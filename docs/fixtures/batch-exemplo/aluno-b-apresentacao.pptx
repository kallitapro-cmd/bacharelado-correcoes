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Etapa 4 — Apresentação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Aluno: Aluno B  |  RA: 20260100419</a:t>
            </a:r>
          </a:p>
          <a:p>
            <a:r>
              <a:rPr sz="1800"/>
              <a:t>Projeto Extensionista de IA — ADM-2026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do Trabalho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Apresentar a análise estratégica desenvolvida durante a etapa</a:t>
            </a:r>
          </a:p>
          <a:p>
            <a:pPr lvl="1"/>
            <a:r>
              <a:t>Aplicar frameworks administrativos clássicos (SWOT, 5 forças)</a:t>
            </a:r>
          </a:p>
          <a:p>
            <a:pPr lvl="1"/>
            <a:r>
              <a:t>Coletar evidências em entrevistas semiestruturadas</a:t>
            </a:r>
          </a:p>
          <a:p>
            <a:pPr lvl="1"/>
            <a:r>
              <a:t>Propor recomendações práticas baseadas em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Conclusões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integração operacional-estratégica gera ganhos mensuráveis</a:t>
            </a:r>
          </a:p>
          <a:p>
            <a:pPr lvl="1"/>
            <a:r>
              <a:t>Redução de retrabalho em 18% nos processos analisados</a:t>
            </a:r>
          </a:p>
          <a:p>
            <a:pPr lvl="1"/>
            <a:r>
              <a:t>Maior previsibilidade de prazos nas entregas</a:t>
            </a:r>
          </a:p>
          <a:p>
            <a:pPr lvl="1"/>
            <a:r>
              <a:t>Próximo passo: replicar metodologia em outras áreas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